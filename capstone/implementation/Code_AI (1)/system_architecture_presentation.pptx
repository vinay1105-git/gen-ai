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MULTI-AGENT AI &amp; SECURITY RESEARCH</a:t>
            </a:r>
          </a:p>
          <a:p>
            <a:pPr>
              <a:spcBef>
                <a:spcPts val="1400"/>
              </a:spcBef>
              <a:defRPr b="1" sz="3200">
                <a:solidFill>
                  <a:srgbClr val="0F172A"/>
                </a:solidFill>
              </a:defRPr>
            </a:pPr>
            <a:r>
              <a:t>An LLM-Based Multi-Agent Code Generation, Review, and Vulnerability Explanation System with Local LLM Deployment</a:t>
            </a:r>
          </a:p>
          <a:p>
            <a:pPr>
              <a:spcBef>
                <a:spcPts val="1600"/>
              </a:spcBef>
              <a:defRPr sz="1800">
                <a:solidFill>
                  <a:srgbClr val="475569"/>
                </a:solidFill>
              </a:defRPr>
            </a:pPr>
            <a:r>
              <a:t>Technical Architecture, Collaborative Pipeline &amp; Security Audit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60175" cy="6446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Multi-Agent Pipeline Workflow (Step-by-Step)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Stage 1 &amp; 2: Ingestion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b="1" sz="1200">
                <a:solidFill>
                  <a:srgbClr val="2563EB"/>
                </a:solidFill>
              </a:defRPr>
            </a:pPr>
            <a:r>
              <a:t>Tool: Streamlit &amp; Pydantic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Natural language prompt ingestion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Target language selection (9 languages)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Prompt decomposition &amp; boundary analysis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Security constraint injection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46304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Stage 3 &amp; 4: Gen &amp; Review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b="1" sz="1200">
                <a:solidFill>
                  <a:srgbClr val="2563EB"/>
                </a:solidFill>
              </a:defRPr>
            </a:pPr>
            <a:r>
              <a:t>Tool: Ollama &amp; ReviewAgent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Zero-shot local inference (Llama 3.2)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100% offline code synthesis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Multi-metric quality evaluation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Automated 0-100 quality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46304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Stage 5 &amp; 6: Validation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b="1" sz="1200">
                <a:solidFill>
                  <a:srgbClr val="2563EB"/>
                </a:solidFill>
              </a:defRPr>
            </a:pPr>
            <a:r>
              <a:t>Tool: Pytest &amp; CWE Scanner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AST syntax compilation check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Automated unit test execution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CWE pattern detection (CWE-89, 79, 502)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CVSS 3.1 severity rating calculation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1460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463040"/>
            <a:ext cx="2514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Stage 7 &amp; 8: Fix &amp; Report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b="1" sz="1200">
                <a:solidFill>
                  <a:srgbClr val="2563EB"/>
                </a:solidFill>
              </a:defRPr>
            </a:pPr>
            <a:r>
              <a:t>Tool: RefactorAgent &amp; ReportLab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5-facet architecture explanation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Self-healing security patch generation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Review feedback loop to Code Gen</a:t>
            </a:r>
          </a:p>
          <a:p>
            <a:pPr>
              <a:spcBef>
                <a:spcPts val="600"/>
              </a:spcBef>
              <a:defRPr sz="1250">
                <a:solidFill>
                  <a:srgbClr val="334155"/>
                </a:solidFill>
              </a:defRPr>
            </a:pPr>
            <a:r>
              <a:t>• Executive PDF security audit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lide_horizontal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60175" cy="64463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